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19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Glitch </a:t>
            </a:r>
            <a:r>
              <a:rPr lang="en-US" sz="4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문서에서 다루는 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Glitch 백엔드 코드가 어떻게 생겼는지</a:t>
            </a:r>
            <a:endParaRPr lang="en-US" sz="16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어떤 순서로 작동하는지</a:t>
            </a:r>
            <a:endParaRPr lang="en-US" sz="16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검증했는지</a:t>
            </a:r>
            <a:endParaRPr lang="en-US" sz="16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 화면(UI)과 어떻게 하나로 합쳐졌는지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코드가 맡은 일 — 몸통과 두뇌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프로젝트가 만든 것 = Glitch 백엔드 몸통(게이트웨이)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몸통이 하는 일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회원 가입과 로그인 (인증)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작품(프로젝트)과 회차 관리, 원고 파일 저장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분석기(AI)에게 일감을 넘기고 결과를 받아오는 호출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분석 결과와 누적 설정(캐논)을 데이터베이스에 저장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일부러 맡지 않은 일: 모순을 찾아내는 AI 두뇌 (원무과와 의사의 관계)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계속 바뀔 부품이므로 처음부터 분리 → 나중에 몸통 수정 없이 갈아끼움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폴더 구조 한눈에 보기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211576"/>
              </p:ext>
            </p:extLst>
          </p:nvPr>
        </p:nvGraphicFramePr>
        <p:xfrm>
          <a:off x="457200" y="960120"/>
          <a:ext cx="8229600" cy="28498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폴더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100" b="1" dirty="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app/api/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외부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요청을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받는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창구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입력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확인만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하고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아래로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넘김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app/service/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실제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업무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규칙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비즈니스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로직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집행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app/repository/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데이터베이스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읽기·쓰기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app/models/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데이터베이스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테이블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설계도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app/schemas/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요청·응답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형식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정의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내부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구조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노출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app/pipeline/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분석기와의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계약서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및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연결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app/firebase/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구글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로그인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토큰을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검증하는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app/workers/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오래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걸리는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분석을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뒤에서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처리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프론트팀의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실제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UI +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백엔드와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통역하는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bridge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core(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공통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기반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 · parsing(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파일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해석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 · alembic(DB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이력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 · tests(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자동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검사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54개) · docs(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4층 구조 — 일이 한 방향으로만 흐른다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3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요청을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받고 형식만 검사)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↓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(</a:t>
            </a:r>
            <a:r>
              <a:rPr lang="en-US" sz="13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규칙 적용)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↓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(DB 읽고 쓰기)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↓</a:t>
            </a:r>
            <a:endParaRPr lang="en-US" sz="13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(</a:t>
            </a:r>
            <a:r>
              <a:rPr lang="en-US" sz="13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실제로 놓이는 곳)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위에서 아래로만 흐름 — 창구 직원이 창고에 직접 들어가는 일은 금지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층이 나뉘면 수정 범위가 명확: 로그인 규칙 변경 → service만, 저장 방식 변경 → repository만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발생 시 어느 층인지 빠르게 좁힐 수 있음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생김새(models)와 외부 형식(schemas)을 분리 → 내부가 바뀌어도 외부 약속 유지, 민감 정보 유출 방지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설계 — 계약서와 교체 가능한 부품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중요한 설계 결정: 바뀔 가능성이 있는 부분은 전부 계약서 뒤로 숨겨 교체 가능한 부품으로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pipeline/interface.py에 몸통과 AI 사이의 계약 한 줄: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"원고와 지금까지의 설정을 주면, 분석 결과를 돌려준다"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주는 것: 원고 본문 + 캐논 스냅숏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받는 것: 모순 표시된 본문 + 모순 목록 + 새로 추가·변경된 설정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몸통은 계약서만 알고, 계약 상대가 </a:t>
            </a:r>
            <a:r>
              <a:rPr lang="en-US" sz="135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누구인지는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모름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계약을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이행</a:t>
            </a:r>
            <a:r>
              <a:rPr lang="ko-KR" alt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하는 </a:t>
            </a:r>
            <a:r>
              <a:rPr lang="en-US" altLang="ko-KR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ko-KR" alt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개의 구현체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0591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구현체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무엇인가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현재 상태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fake (대역)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진짜 AI인 척 연기하는 코드. 1초 후 정해둔 모순·설정 반환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완성 — 현재 사용 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remote (원격)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외부 AI 서버에 원고를 보내고 결과를 받아옴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뼈대만 준비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(내장)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같은 프로그램 안에서 직접 분석 실행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자리만 준비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6517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설정값 하나(fake → remote)만 바꾸면 교체 완료 — 몸통 코드는 한 줄도 수정 불필요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패턴의 다른 부품: 이메일 발송(화면 기록 → 메일 서버), 파일 보관(서버 폴더 → 클라우드),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채팅 도우미(가짜 → 진짜 AI 챗봇), 구글 로그인 검증기(실제 구글 검증 ↔ 테스트용 가짜)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다섯 부품 모두 '계약서 + 설정값 하나로 선택' — 미래의 변경 비용을 미리 지불한 설계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 — 무엇이 어떻게 저장되나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PostgreSQL에 17개 테이블, 성격에 따라 네 묶음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13258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묶음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테이블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담는 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기본 정보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사용자 / 프로젝트 / 회차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계정, 작품, 회차 원고와 진행 상태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분석 결과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분석결과 / 모순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AI가 돌려준 결과 원본, 발견된 모순 목록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캐논 (설정)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세계관·인물·관계·연표·공간·사건·복선 (7종)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회차가 쌓일수록 누적되는 확정 설정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부가 기능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비밀번호 재설정 / 공유 링크 / 채팅(세션·메시지) / 알림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확장 기능용 데이터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특별한 것은 캐논 7종 테이블 — 다음 장의 독특한 저장 규칙을 따름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설정은 절대 덮어쓰지 않는다 — 장부식 버전 관리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기록을 지우면 "1화 시점에는 뭐였지?"에 영영 답할 수 없음 — 설정 변천사에 옛 기록 필수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회계 장부처럼: 지우지 않고 정정 기입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옛 기록에 '더 이상 유효하지 않음' 표시 (지우지 않음)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새 기록을 버전 2로 추가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옛 기록에 '몇 화에서, 어떤 기록으로 대체됐는지' 기록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항목마다 '현재 유효'는 반드시 하나 — 코드가 아니라 DB 제약으로 강제 (이중 안전장치)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448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예시: '화폐' 설정의 이력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버전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"화폐는 금화"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출처: 1화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유효하지 않음 (3화에서 대체)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버전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"화폐 개혁으로 은화 사용"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출처: 3화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현재 유효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진행 흐름 — 회차 하나의 여정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업로드됨 → 추출 중 → 추출됨(검토 대기) → 검수 중 → 검수됨 → 저장 완료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(어느 단계든 오류가 나면 '실패'로 빠지고, 다시 시도 가능)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상황은 이 상태 값 한 곳에만 기록 → 화면·분석기·저장 로직이 어긋난 정보를 볼 일이 없음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1단계. 원고 업로드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txt/md/docx/pdf 파일을 창구(api)가 받아 본문 텍스트 추출, 소유권 확인, 중복 회차 거절 → 상태 '업로드됨'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2단계. 분석 요청 — 기다리게 하지 않는다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[분석] 클릭 시 상태를 '추출 중'으로 바꾸고 즉시 "접수됐습니다" 응</a:t>
            </a:r>
            <a:r>
              <a:rPr lang="ko-KR" alt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회차 하나의 여정 (계속)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3단계. 뒤에서 두 번에 나눠 분석 — 추출과 검수</a:t>
            </a:r>
            <a:endParaRPr lang="en-US" sz="12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추출: 작업반(workers)이 이번 원고에서 새 설정 후보를 뽑아냄 → '추출됨'</a:t>
            </a:r>
            <a:endParaRPr lang="en-US" sz="12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검수: 추출된 설정을 기존 캐논과 대조해 모순을 찾아냄 → '검수됨', 작가에게 알림</a:t>
            </a:r>
            <a:endParaRPr lang="en-US" sz="12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단계를 나눈 이유: 추출 결과를 작가가 검토·수정한 뒤 그 기준으로 다시 검수할 수 있게</a:t>
            </a:r>
            <a:endParaRPr lang="en-US" sz="1250" dirty="0"/>
          </a:p>
          <a:p>
            <a:pPr marL="0" indent="0" algn="l">
              <a:spcAft>
                <a:spcPts val="800"/>
              </a:spcAft>
              <a:buNone/>
            </a:pPr>
            <a:endParaRPr lang="en-US" sz="12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4단계. 화면이 결과를 받아 표시</a:t>
            </a:r>
            <a:endParaRPr lang="en-US" sz="12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화면이 주기적으로 "다 됐나요?" 폴링 → 모순 부분 형광펜 표시 + 근거(몇 화의 어떤 설정과 충돌) 제공</a:t>
            </a:r>
            <a:endParaRPr lang="en-US" sz="12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전이라면 추출된 설정 항목을 고치거나 지우거나 추가할 수 있음 (편집하면 검수는 다시)</a:t>
            </a:r>
            <a:endParaRPr lang="en-US" sz="1250" dirty="0"/>
          </a:p>
          <a:p>
            <a:pPr marL="0" indent="0" algn="l">
              <a:spcAft>
                <a:spcPts val="800"/>
              </a:spcAft>
              <a:buNone/>
            </a:pPr>
            <a:endParaRPr lang="en-US" sz="12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5단계. 저장 — 설정이 캐논에 쌓이는 순간</a:t>
            </a:r>
            <a:endParaRPr lang="en-US" sz="12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병합 + 상태 변경을 하나의 트랜잭션으로 처리 — 둘 다 성공하거나 둘 다 취소, 중간 없음</a:t>
            </a:r>
            <a:endParaRPr lang="en-US" sz="12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저장을 두 번 눌러도 한 번과 같게 처리 (멱등). 회차가 쌓일수록 설정집이 두꺼워져 검출이 정교해짐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안전장치와 검증 — '정말 작동하나'에 대한 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곳곳의 안전장치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소유권 검사 상시화 — 남의 작품은 존재 여부조차 알 수 없음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비밀번호는 복원 불가능한 암호화 값으로만 저장, 재설정 링크도 계정 존재 여부 비노출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제약 — '설정 항목당 현재 버전 1개', '작품당 회차 번호 중복 금지' 강제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겹의 검증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검사 54개 전부 통과 — 정상 동작 + 예외 상황(남의 작품 접근 거부, 버전 누적, 중복 거절)까지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서버에서 전체 루프 실증 — 회원가입 → 업로드 → 분석 → 저장 → 자료정리 6탭 조회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대역 분석기가 항상 같은 답 → 진짜 AI 없이 전 과정을 반복 검증 가능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검사 54개 — 영역별 요약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595352"/>
              </p:ext>
            </p:extLst>
          </p:nvPr>
        </p:nvGraphicFramePr>
        <p:xfrm>
          <a:off x="457200" y="960120"/>
          <a:ext cx="8229600" cy="2392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영역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확인하는 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분석 흐름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추출→검수→저장 전체 흐름, 캐논이 쌓인 뒤 모순이 실제로 검출되는가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추출 결과 편집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저장 전 설정 항목 수정·추가·삭제, 편집 후 검수가 다시 요구되는가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 + 구글 로그인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가입·로그인 흐름, 구글 토큰 교환·계정 자동 생성·중복 생성 방지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캐논 버전 관리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덮어쓰지 않고 버전이 쌓이는가, '현재 유효'가 항목당 1개인가 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회차·파일 파싱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JSON·파일 업로드, docx/pdf 텍스트 추출, 중복·미지원 형식 거절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프로젝트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생성·조회·수정·삭제, 썸네일 업로드, 검색, 남의 프로젝트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부가 기능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공유 링크, 채팅, 알림, 비밀번호 재설정, 구독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시드 데이터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데모 데이터가 중복 생성되지 </a:t>
                      </a:r>
                      <a:r>
                        <a:rPr lang="en-US" sz="115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않는가</a:t>
                      </a: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원칙: 기능마다 정상 + 권한 위반 + 잘못된 입력 세 방향으로 검사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 UI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프론트팀의 완성된 화면을 백엔드에 붙이면서, 프론트 원본 코드는 2줄만 수정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나머지는 전부 새 파일 6개(bridge, 통역 레이어)가 담당 — </a:t>
            </a:r>
            <a:r>
              <a:rPr lang="en-US" sz="135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원본과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큰 </a:t>
            </a:r>
            <a:r>
              <a:rPr lang="en-US" sz="135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충돌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없음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bridge가 통역하는 것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 로그인: 팝업 로그인 성공 → 구글 발급 토큰을 백엔드가 검증 → 자체 출입증(JWT) 교환 (자동)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실행: 화면의 [분석 시작] → 업로드 → 추출·검수 → 결과 표시 → 저장까지 자동 진행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자료정리: 시각화 탭 6버튼 → 캐논 조회 API (인물 관계도, 복선 트리 등)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프론트팀이 화면을 업데이트해도 재부착 스크립트 하나로 다시 합칠 수 </a:t>
            </a:r>
            <a:r>
              <a:rPr lang="en-US" sz="135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있음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상태와 앞으로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2567940"/>
        </p:xfrm>
        <a:graphic>
          <a:graphicData uri="http://schemas.openxmlformats.org/drawingml/2006/table">
            <a:tbl>
              <a:tblPr/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루프: 인증 · 작품/회차 관리 · 분석 · 저장 · 설정 누적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확장 기능: 프로젝트 편집 · docx/pdf 업로드 · 채팅 · 구독 · 공유 링크 · 알림 · 비밀번호 재설정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구글 로그인 (Firebase 토큰 검증 → 자체 JWT 교환)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프론트 UI 통합 (원본 2줄 수정 + bridge 통역 레이어)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안전장치(설정 이력 제약) 및 자동 검사 54개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완성 · 통과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작동 검증 (실서버에서 가입→분석→저장→조회 실증)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완료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실제 AI 분석기 · 실제 메일 발송 · 클라우드 파일 저장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대역 상태 — 부품 교체만 남음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외부 공개(배포) · 운영 준비(비밀값 교체)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바뀔 것(AI·메일·저장소)은 교체 가능한 </a:t>
            </a:r>
            <a:r>
              <a:rPr lang="en-US" sz="13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부품으로</a:t>
            </a: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분리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부록. 용어 사전 (1/2)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905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용어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백엔드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사용자 눈에 보이지 않는 서버 쪽 프로그램. 화면 뒤에서 실제 업무를 처리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프로그램끼리 대화하는 창구와 규칙. '이 형식으로 요청하면 이런 답을 준다'는 약속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데이터베이스(DB)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데이터를 표 형태로 안전하게 보관하는 전문 창고 프로그램 (PostgreSQL 사용)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캐논(canon)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작품에서 지금까지 확정된 설정의 총합. 회차 저장 시마다 누적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파이프라인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원고를 넣으면 분석 결과가 나오는 처리 라인. 여기서는 AI 분석기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인터페이스(계약)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'무엇을 주면 무엇을 돌려준다'만 정한 약속. 내부 구현은 정하지 않음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부록. 용어 사전 (2/2)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24536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용어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트랜잭션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여러 작업을 하나의 묶음으로 처리. 전부 성공하거나 전부 취소, 중간 없음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멱등(冪等)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같은 요청을 여러 번 보내도 결과가 한 번과 같은 성질. 중복 클릭 사고 방지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폴링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화면이 주기적으로 서버에 '다 됐나요?'라고 물어보는 방식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토큰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로그인 후 발급되는 디지털 출입증. 이후 요청마다 본인임을 증명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마이그레이션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구조를 바꿀 때 변경 내역을 순서대로 기록·적용하는 절차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구글이 제공하는 앱 기반 서비스 모음. 여기서는 구글 로그인 창구로 사용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브릿지(bridge)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프론트 원본을 고치지 않고 백엔드와 통역해 주는 중간 연결 코드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스모크 테스트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기본 작동을 끝에서 끝까지 확인하는 테스트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1829</Words>
  <Application>Microsoft Office PowerPoint</Application>
  <PresentationFormat>화면 슬라이드 쇼(16:9)</PresentationFormat>
  <Paragraphs>257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Yong gi Jin</cp:lastModifiedBy>
  <cp:revision>18</cp:revision>
  <dcterms:created xsi:type="dcterms:W3CDTF">2026-07-26T14:41:38Z</dcterms:created>
  <dcterms:modified xsi:type="dcterms:W3CDTF">2026-07-30T02:48:01Z</dcterms:modified>
</cp:coreProperties>
</file>