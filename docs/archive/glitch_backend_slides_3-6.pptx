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564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메시지: AI 없이 백엔드를 먼저 완성할 수 있었던 이유. 계약(인터페이스)과 구현을 분리하고 설정으로 주입. 5곳에 같은 패턴을 반복한 것이 설계 일관성의 증거.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도메인(창작물 설정 이력)과 기술(버전 관리, 부분 유니크 인덱스, 트랜잭션)이 맞물리는 지점. 코드 규칙이 아니라 DB 제약으로 불변식을 강제했다는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 증거: 테스트 → E2E 실증 → 실제 통합. 특히 3번(2줄 수정 통합)이 결정타. 데모가 가능하면 이 슬라이드 다음에 라이브 데모.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구글 로그인은 예정이 아니라 완료 항목. 마무리 멘트: 남은 일이 전부 부품 교체뿐이라는 점으로 설계 메시지와 수미상관.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설계 1 — 교체 가능한 부품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질문: AI 분석기가 아직 없는데, 백엔드를 어떻게 완성하는가?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답: 바뀔 부분은 전부 인터페이스(계약) 뒤로 숨긴다.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계약 하나만 정의한다:  analyze_chapter(원고, 기존 설정) → 분석 결과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구현체는 fake(가짜) / local / remote(실제 AI 서버) 세 가지.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설정값 PIPELINE_MODE 하나로 어느 구현체를 쓸지 주입한다.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진짜 AI가 준비되면 코드 수정 없이 설정 한 줄(fake → remote)로 교체된다.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패턴을 다섯 곳에 반복 적용: 분석 파이프라인, 메일 발송, 파일 저장, 작업 챗, Firebase 로그인 검증기.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설계 2 — 설정은 덮어쓰지 않는다 (캐논 append-only)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캐논 = 회차를 저장할 때마다 누적되는 작품 설정 DB (세계관·인물·시간·공간·사건·복선).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원칙: 설정이 바뀌어도 옛 기록을 지우거나 고치지 않는다.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내용이 같으면 아무것도 하지 않는다 (중복 저장 방지, 멱등).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내용이 바뀌면 옛 행을 '과거 버전'으로 내리고 새 버전을 추가한다.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"몇 화 시점의 설정이 무엇이었는지" 이력을 되짚을 수 있다.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안전장치: DB 인덱스 제약으로 '현재 버전은 항상 1개'를 강제하고,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병합과 회차 상태 전환은 같은 트랜잭션에서 딱 한 번만 일어난다.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— 주장이 아니라 증거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자동 테스트 54개 전부 통과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인증, 분석, 캐논 병합, 결과 편집, docx/pdf 파싱, 공유, 구독 등 전 영역.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실제 서버에서 전체 루프 실증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회원가입 → 회차 업로드 → 분석 → 결과 폴링 → 저장(캐논 병합) → 자료정리 6탭 조회.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6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UI 통합 완료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프론트 원본 코드 수정은 단 2줄. 나머지는 bridge 레이어(새 파일 6개)가 백엔드와 통역.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상태와 남은 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루프 (인증 → 업로드 → 분석 → 저장 → 자료정리 6탭)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6기능 (프로젝트 편집·docx 업로드·챗·구독·공유·알림·비밀번호 재설정)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 로그인 (Firebase 토큰 검증 → 자체 JWT 교환)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 UI 통합 + 전체 작동 검증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일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진짜 모순 검출 AI 연결, 실제 메일 발송, 클라우드 파일 저장, 운영 준비(시크릿 교체·배포)</a:t>
            </a: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endParaRPr lang="en-US" sz="1600" dirty="0"/>
          </a:p>
          <a:p>
            <a:pPr marL="0" indent="0" algn="l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</a:t>
            </a:r>
            <a:r>
              <a:rPr lang="en-US" sz="16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일은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부품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갈아끼우기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523</Words>
  <Application>Microsoft Office PowerPoint</Application>
  <PresentationFormat>화면 슬라이드 쇼(16:9)</PresentationFormat>
  <Paragraphs>48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Yong gi Jin</cp:lastModifiedBy>
  <cp:revision>3</cp:revision>
  <dcterms:created xsi:type="dcterms:W3CDTF">2026-07-26T14:28:09Z</dcterms:created>
  <dcterms:modified xsi:type="dcterms:W3CDTF">2026-07-26T14:44:16Z</dcterms:modified>
</cp:coreProperties>
</file>